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ONLINE QUIZ SYSTEM</a:t>
            </a:r>
          </a:p>
          <a:p>
            <a:pPr>
              <a:spcAft>
                <a:spcPts val="800"/>
              </a:spcAft>
              <a:defRPr sz="2800" b="1">
                <a:solidFill>
                  <a:srgbClr val="38BDF8"/>
                </a:solidFill>
                <a:latin typeface="Segoe UI"/>
              </a:defRPr>
            </a:pPr>
            <a:r>
              <a:t>QUALITY GOAL Q05: REDUCE RESPONSE TIME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BBAT104 Course Project (Reviews 1 &amp; 2) — Session 2026–27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 rIns="365760"/>
          <a:lstStyle/>
          <a:p>
            <a:pPr algn="ctr">
              <a:spcAft>
                <a:spcPts val="600"/>
              </a:spcAft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STUDENT &amp; COURSE DETAILS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Student Name: Piyush Pilkhwal  |  Roll Number: 2410301049  |  Section: CSE-A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Course: BBAT104 — Fundamentals of Total Quality Management (TQM)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Institution: Amrapali Institute of Technology &amp; Sciences, Haldwani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The Problem: Latency in Quiz Platforms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B91C1C"/>
                </a:solidFill>
                <a:latin typeface="Segoe UI"/>
              </a:defRPr>
            </a:pPr>
            <a:r>
              <a:t>Root Causes of Sluggish Software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Full Table Scans: O(N) sequential search through every disk block.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Repetitive Disk Reads: Computing COUNT &amp; AVG directly on disk.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Unbounded Data Dumps: Loading 1,000s of attempt rows into RAM.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Single-Thread Freezes: Disk wait halts UI window redraws.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749039"/>
            <a:ext cx="365760" cy="32004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B91C1C"/>
                </a:solidFill>
                <a:latin typeface="Segoe UI"/>
              </a:defRPr>
            </a:pPr>
            <a:r>
              <a:t>Impact on Users (Quality Failure)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Student Anxiety: 'Did my test submit or did my timer expire?'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Teacher Frustration: Sluggish dashboard opening across cohorts.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Compromised Transparency: Delay violates fair exam standards.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Evaluation Risk: Lack of empirical response time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TQM Philosophy &amp; Deming's 85/15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Deming's 85/15 Rule Explained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85% of software quality flaws stem from system architecture.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Only 15% are worker, human, or user errors.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Slow response times are NOT caused by slow user hardware.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Missing indexes &amp; uncached queries are architectural bugs.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749039"/>
            <a:ext cx="365760" cy="320040"/>
          </a:xfrm>
          <a:prstGeom prst="rightArrow">
            <a:avLst/>
          </a:prstGeom>
          <a:solidFill>
            <a:srgbClr val="109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The TQM Kaizen Solution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Fix root causes architecturally using B-Tree indexing.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Eliminate repeated disk I/O using in-memory RAM caching.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Stream reports in chunks using server-side pagination.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Measure microsecond latency empirically against strict SLAs.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Voice of Customer (VoC) → CTQ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Voice of Customer (Raw Need)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Student: 'Submitting a quiz hangs — I don't know if it's saved.'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Student: 'Searching through quiz categories takes too long.'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Teacher: 'Dashboard freezes when 500+ attempts are logged.'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Auditor: 'Need empirical proof of compliance with speed limits.'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749039"/>
            <a:ext cx="36576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0284C7"/>
                </a:solidFill>
                <a:latin typeface="Segoe UI"/>
              </a:defRPr>
            </a:pPr>
            <a:r>
              <a:t>Critical-to-Quality (CTQ) Engineering Targets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Catalog Fast Search: Target &lt; 25 ms | USL ≤ 40.0 ms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Question Load into RAM: Target &lt; 10 ms | USL ≤ 50.0 ms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Atomic Submit &amp; Scoring: Target &lt; 60 ms | USL ≤ 100.0 ms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Cached Dashboard Read: Target &lt; 5 ms | USL ≤ 15.0 ms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Paginated Report Stream: Target &lt; 25 ms | USL ≤ 50.0 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3-Tier System Architecture (Decoupled 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Tier 1: Presentation Layer (UI/UX) — Pre-mounted Containers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DashboardView  │  QuizCatalogView  │  ActiveQuizEngine  │  PaginatedReportsView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Frames initialized once at startup; Alt+D/Q/M/R switches memory pointers in 0 ms.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52160" y="3108960"/>
            <a:ext cx="457200" cy="320040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520440"/>
            <a:ext cx="1069848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0284C7"/>
                </a:solidFill>
                <a:latin typeface="Segoe UI"/>
              </a:defRPr>
            </a:pPr>
            <a:r>
              <a:t>Tier 2: Core Logic &amp; Q05 Optimization Engines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In-Memory CacheManager (TTL=60s)  │  FastSearch (Debounced)  │  ReportPaginator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QuizCRUD Module  │  QuizEngine Auto-Grader  │  Role-Based AuthService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52160" y="4983480"/>
            <a:ext cx="457200" cy="320040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698480" cy="1188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Tier 3: Persistence Layer — SQLite WAL Mode + 4 B-Tree Indexes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ACID Transactions  │  WAL Concurrent Reads  │  PRAGMA foreign_keys = ON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B-Tree Indexes: idx_quizzes_cat  │  idx_quest_qid  │  idx_att_usr  │  idx_attempts_time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Five Q05 Latency-Reduction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1. Fast Search (Q05-F1)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B-Tree category index query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Input debouncing eliminates spam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Speed: 3.33 ms (SLA ≤ 40 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2. Quick Navigation (Q05-F2)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Pre-mounted frames in RAM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Keyboard shortcuts (Alt+D/Q/M/R)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Speed: &lt; 1 ms pointer swap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3. Cached Dashboard (Q05-F3)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RAM buffer with 60s TTL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Bypasses heavy disk calculations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Speed: 0.010 ms (SLA ≤ 15 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4. Database Indexing (Q05-F4)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4 composite B-Tree indexes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Auto-created on application boot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Speed: O(log N) tree lookups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Poka-Yoke (Mistake-Proofing)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Form &amp; Data-Entry Controls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Restricted Answer Keys: Dropdown strictly constrained to ['A', 'B', 'C', 'D'].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Blank Input Blocking: System prevents saving empty prompts or options.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Boundary Enforcement: Negative duration &amp; pass score rejected by DB CHECK.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Concept: Errors are stopped at the source before entering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Operational &amp; Runtime Controls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Double-Click Guard: Submit button disables to stop duplicate attempts.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Auto Timer Commit: Background daemon auto-submits quiz at 00:00.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Role Deletion Guard: Only Admins can delete active quizzes.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Index Self-Healing: Startup routine verifies indexes exist.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Empirical Benchmarks &amp; SLA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Measured Speeds vs. Upper Specification Limits (USL)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1. Fast Catalog Search (Q05-F1): Measured 3.33 ms  │  USL ≤ 40.0 ms  │  PASS (92% safety margin)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2. Question Load into RAM (Q05-F2): Measured 2.09 ms  │  USL ≤ 50.0 ms  │  PASS (95% safety margin)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3. Cached Dashboard Read (Q05-F3): Measured 0.010 ms  │  USL ≤ 15.0 ms  │  PASS (99.9% safety margin)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4. Paginated Report Stream (Q05-F5): Measured 5.71 ms  │  USL ≤ 50.0 ms  │  PASS (88% safety margin)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5. Atomic Submit &amp; Scoring: Measured 99.09 ms  │  USL ≤ 100.0 ms  │  PASS (Zero defect conformance)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Automated Test Proof: 12/12 automated pytest unit and performance tests pass in 1.99s.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BBAT104 — TOTAL QUALITY MANAGEMENT (TQM)</a:t>
            </a:r>
          </a:p>
          <a:p>
            <a:pPr>
              <a:defRPr sz="3800" b="1">
                <a:solidFill>
                  <a:srgbClr val="1E3A5F"/>
                </a:solidFill>
                <a:latin typeface="Segoe UI"/>
              </a:defRPr>
            </a:pPr>
            <a:r>
              <a:t>Summary &amp; Review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0955A"/>
                </a:solidFill>
                <a:latin typeface="Segoe UI"/>
              </a:defRPr>
            </a:pPr>
            <a:r>
              <a:t>Reviews 1 &amp; 2 Completed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1 (10 Marks): SRS, System Architecture, CTQ Tree, SIPOC Process Map.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2 (15 Marks): Base CRUD modules, 5 Q05 features, B-Tree indexes, WAL mode.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Poka-Yoke error prevention fully operational at form &amp; DB levels.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Total 25/25 Raw Marks delivered on schedule.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749039"/>
            <a:ext cx="36576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 rIns="182880" bIns="164592"/>
          <a:lstStyle/>
          <a:p>
            <a:pPr algn="ctr">
              <a:spcAft>
                <a:spcPts val="800"/>
              </a:spcAft>
              <a:defRPr sz="2200" b="1">
                <a:solidFill>
                  <a:srgbClr val="1E3A5F"/>
                </a:solidFill>
                <a:latin typeface="Segoe UI"/>
              </a:defRPr>
            </a:pPr>
            <a:r>
              <a:t>Roadmap for Reviews 3 &amp; 4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3 (15 Marks): Risk Analysis &amp; FMEA Matrix with RPN scores, defect logging.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Review 4 (15 Marks): Statistical Quality Control (SQC), Pareto Analysis (80/20), PDCA cycle.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Final Viva (10 Marks): Live software demonstration and TQM defense.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• Documentation (5 Marks): Commit hygiene &amp;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