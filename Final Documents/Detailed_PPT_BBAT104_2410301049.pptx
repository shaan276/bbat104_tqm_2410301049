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FFFFF"/>
                </a:solidFill>
                <a:latin typeface="Segoe UI"/>
              </a:defRPr>
            </a:pPr>
            <a:r>
              <a:t>ONLINE QUIZ SYSTEM — DETAILED PPT</a:t>
            </a:r>
          </a:p>
          <a:p>
            <a:pPr>
              <a:spcAft>
                <a:spcPts val="800"/>
              </a:spcAft>
              <a:defRPr sz="2800" b="1">
                <a:solidFill>
                  <a:srgbClr val="38BDF8"/>
                </a:solidFill>
                <a:latin typeface="Segoe UI"/>
              </a:defRPr>
            </a:pPr>
            <a:r>
              <a:t>QUALITY GOAL Q05: REDUCE RESPONSE TIME</a:t>
            </a:r>
          </a:p>
          <a:p>
            <a:pPr>
              <a:defRPr sz="2100">
                <a:solidFill>
                  <a:srgbClr val="E2E8F0"/>
                </a:solidFill>
                <a:latin typeface="Segoe UI"/>
              </a:defRPr>
            </a:pPr>
            <a:r>
              <a:t>Detailed Course Project Presentation (Reviews 1 &amp; 2) — Academic Session 2026–27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114800"/>
            <a:ext cx="10362895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 rIns="365760"/>
          <a:lstStyle/>
          <a:p>
            <a:pPr algn="ctr">
              <a:spcAft>
                <a:spcPts val="600"/>
              </a:spcAft>
              <a:defRPr sz="2000" b="1">
                <a:solidFill>
                  <a:srgbClr val="38BDF8"/>
                </a:solidFill>
                <a:latin typeface="Segoe UI"/>
              </a:defRPr>
            </a:pPr>
            <a:r>
              <a:t>STUDENT &amp; PROJECT DETAILS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Student Name: Piyush Pilkhwal  |  Roll Number: 2410301049  |  Section: CSE-A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Course: BBAT104 — Fundamentals of Total Quality Management (TQM)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Institution: Amrapali Institute of Technology &amp; Sciences, Haldwani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Problem Statement &amp; Latency Bottlenecks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B91C1C"/>
                </a:solidFill>
                <a:latin typeface="Segoe UI"/>
              </a:defRPr>
            </a:pPr>
            <a:r>
              <a:t>Conventional Testing Software Flaws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Full Table Scans: O(N) sequential searches across tables lock up the CPU.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Repetitive Disk Reads: Aggregate metrics (COUNT, AVG) hit physical storage on every render.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Unbounded Data Loading: Reports dump hundreds of attempt rows into RAM at once.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Candidate Anxiety: Submission delay causes fear of lost test scores and expired timers.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943600" y="3749039"/>
            <a:ext cx="365760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9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0955A"/>
                </a:solidFill>
                <a:latin typeface="Segoe UI"/>
              </a:defRPr>
            </a:pPr>
            <a:r>
              <a:t>Deming’s 85/15 Quality Alignment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85% of software latency problems stem from system architecture, not user hardware.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Solution: Eliminate full disk scans using composite B-Tree database indexing.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RAM Buffering: Serve analytical dashboard queries directly from RAM in 0.010 ms.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Continuous Improvement (Kaizen): Empirical microsecond benchmarking against strict SLAs.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Voice of Customer (VoC) → CTQ Translation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Voice of Customer (Stakeholder Needs)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Student: 'When I hit Submit, the app freezes. Did my quiz answers save or expire?'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Student: 'Browsing through quizzes takes too long when subjects expand.'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Teacher: 'Dashboard freezes when 500+ student attempt records exist.'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Auditor: 'Need empirical proof of compliance with response time limits during exams.'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943600" y="3749039"/>
            <a:ext cx="365760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0284C7"/>
                </a:solidFill>
                <a:latin typeface="Segoe UI"/>
              </a:defRPr>
            </a:pPr>
            <a:r>
              <a:t>Critical-to-Quality (CTQ) Engineering SLAs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CTQ 1 (Catalog Search): Target &lt; 25 ms | Upper Spec Limit ≤ 40.0 ms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CTQ 2 (RAM Question Load): Target &lt; 10 ms | Upper Spec Limit ≤ 50.0 ms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CTQ 3 (Atomic Submit &amp; Score): Target &lt; 60 ms | Upper Spec Limit ≤ 100.0 ms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CTQ 4 (Cached Dashboard Read): Target &lt; 5 ms | Upper Spec Limit ≤ 15.0 ms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CTQ 5 (Paginated Streaming): Target &lt; 25 ms | Upper Spec Limit ≤ 50.0 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SIPOC Process Mapping (Core Workflows)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9202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S - SUPPLIERS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Teachers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Students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Timer Daemon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97480" y="3749039"/>
            <a:ext cx="182880" cy="27432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19202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I - INPUTS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Question Prompts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Radio Choices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Time Limits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92040" y="3749039"/>
            <a:ext cx="182880" cy="27432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19202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P - PROCESS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B-Tree Queries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RAM Pre-Load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Atomic Commit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86600" y="3749039"/>
            <a:ext cx="182880" cy="27432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0" y="1645920"/>
            <a:ext cx="19202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O - OUTPUTS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Instant Scores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Chunked Reports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Audit Logs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81160" y="3749039"/>
            <a:ext cx="182880" cy="27432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0" y="1645920"/>
            <a:ext cx="19202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C - CUSTOMERS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Test Candidate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Course Teacher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TQM Auditor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3-Tier System Architecture &amp; DFD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Layer 1: Presentation Tier (UI/UX) — Pre-mounted Zero Redraw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DashboardView  │  QuizCatalogView  │  ActiveQuizEngine  │  PaginatedReportsView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All views initialized at startup; keyboard shortcuts (Alt+D/Q/M/R) swap frames in 0 ms.</a:t>
            </a:r>
          </a:p>
        </p:txBody>
      </p:sp>
      <p:sp>
        <p:nvSpPr>
          <p:cNvPr id="4" name="Down Arrow 3"/>
          <p:cNvSpPr/>
          <p:nvPr/>
        </p:nvSpPr>
        <p:spPr>
          <a:xfrm>
            <a:off x="5852160" y="3108960"/>
            <a:ext cx="457200" cy="320040"/>
          </a:xfrm>
          <a:prstGeom prst="down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520440"/>
            <a:ext cx="10698480" cy="1371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0284C7"/>
                </a:solidFill>
                <a:latin typeface="Segoe UI"/>
              </a:defRPr>
            </a:pPr>
            <a:r>
              <a:t>Layer 2: Core Logic &amp; Q05 Optimization Tier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In-Memory CacheManager (TTL=60s)  │  FastSearch (Debounced)  │  ReportPaginator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QuizCRUD Module  │  QuizEngine Auto-Grader  │  Role-Based AuthService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52160" y="4983480"/>
            <a:ext cx="457200" cy="320040"/>
          </a:xfrm>
          <a:prstGeom prst="down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5394960"/>
            <a:ext cx="10698480" cy="11887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9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0955A"/>
                </a:solidFill>
                <a:latin typeface="Segoe UI"/>
              </a:defRPr>
            </a:pPr>
            <a:r>
              <a:t>Layer 3: Persistence Tier — SQLite WAL Mode + 4 B-Tree Indexes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ACID Atomic Transactions  │  WAL Concurrent Reads  │  PRAGMA foreign_keys = ON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B-Tree Indexes: idx_quizzes_cat  │  idx_quest_qid  │  idx_att_usr  │  idx_attempts_time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Five Q05 Latency-Reduction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1. Fast Search (Q05-F1)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B-Tree indexed lookup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Debounced user keystrokes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Measured Latency: 3.33 ms (SLA ≤ 40 ms)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2. Quick Navigation (Q05-F2)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Pre-mounted UI frames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Keyboard shortcuts (Alt+D/Q/M/R)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Zero redraw lag (&lt; 1 ms pointer swap)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3. Cached Dashboard (Q05-F3)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In-memory RAM buffer (TTL 60s)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Bypasses repeated disk I/O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Measured Latency: 0.010 ms (SLA ≤ 15 ms)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4. Database Indexing (Q05-F4)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4 composite B-Tree indexes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Auto-created on every boot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EXPLAIN PLAN: USING INDEX confirmed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Poka-Yoke (Mistake-Proofing)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0955A"/>
                </a:solidFill>
                <a:latin typeface="Segoe UI"/>
              </a:defRPr>
            </a:pPr>
            <a:r>
              <a:t>Input Validation at Source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Empty question prompts and options are blocked automatically.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Answer keys strictly locked to dropdown selector ['A', 'B', 'C', 'D'].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Negative durations and pass scores rejected by DB CHECK constraints.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0955A"/>
                </a:solidFill>
                <a:latin typeface="Segoe UI"/>
              </a:defRPr>
            </a:pPr>
            <a:r>
              <a:t>Runtime &amp; Operational Governance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Single-session tokens disable submit button to stop double submissions.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Expired quiz timer automatically triggers instant auto-commit at 00:00.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Quiz deletion locked to Admins — Students cannot delete active assessments.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Empirical Benchmark Results &amp; SLA 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9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0955A"/>
                </a:solidFill>
                <a:latin typeface="Segoe UI"/>
              </a:defRPr>
            </a:pPr>
            <a:r>
              <a:t>Measured System Latency vs. Upper Specification Limits (USL)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1. Fast Catalog Search (Q05-F1): Measured 3.33 ms  │  USL ≤ 40.0 ms  │  PASS (92% safety margin)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2. Question Load into RAM (Q05-F2): Measured 2.09 ms  │  USL ≤ 50.0 ms  │  PASS (95% safety margin)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3. Atomic Submit &amp; Scoring: Measured 99.09 ms  │  USL ≤ 100.0 ms  │  PASS (Zero defect conformance)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4. Cached Dashboard Read (Q05-F3): Measured 0.010 ms  │  USL ≤ 15.0 ms  │  PASS (99.9% safety margin)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5. Paginated Report Stream (Q05-F5): Measured 5.71 ms  │  USL ≤ 50.0 ms  │  PASS (88% safety margin)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Summary: 100% SLA compliance across all operational transactions with zero defects.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Automated Verification &amp; Test Suite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Unit &amp; Structural Tests (test_crud.py)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test_auth_user_lookup: Verifies role model.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test_auth_poka_yoke: Blocks invalid roles.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test_quiz_crud_lifecycle: Tests full CRUD.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test_question_crud: Validates answer keys.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test_btree_indexes_active: Checks catalog.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test_query_plan: Confirms USING INDEX.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test_audit_logging: Verifies traceability.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0284C7"/>
                </a:solidFill>
                <a:latin typeface="Segoe UI"/>
              </a:defRPr>
            </a:pPr>
            <a:r>
              <a:t>Performance Benchmark Tests (test_performance.py)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test_q05_f3_cached_dashboard: Verifies ≤ 15 ms.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test_q05_f1_fast_search: Verifies ≤ 40 ms.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test_q05_f4_quiz_load: Verifies ≤ 50 ms.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test_q05_quiz_submission: Verifies ≤ 100 ms.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test_q05_f5_paginated_reports: Verifies ≤ 50 ms.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Execution Result: 12 passed in 1.99s.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Quality Status: 100% Pass Rate (Zero Defects).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Summary &amp; Upcoming Reviews (3 &amp; 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9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0955A"/>
                </a:solidFill>
                <a:latin typeface="Segoe UI"/>
              </a:defRPr>
            </a:pPr>
            <a:r>
              <a:t>Milestones Completed (Reviews 1 &amp; 2)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Review 1 (10 Marks): SRS, System Architecture, CTQ Tree, SIPOC Process Map, Git Repo.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Review 2 (15 Marks): Base CRUD modules, all 5 Q05 features, B-Tree indexes, WAL mode.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Poka-Yoke mistake-proofing active at forms and DB.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Total 25/25 Raw Marks scope delivered on schedule.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943600" y="3749039"/>
            <a:ext cx="182880" cy="27432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Roadmap Ahead (Reviews 3, 4 &amp; Viva)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Review 3 (15 Marks): Risk Analysis &amp; FMEA Matrix with RPN scores, defect logging.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Review 4 (15 Marks): Statistical Quality Control (SQC), Pareto Analysis (80/20), PDCA cycle.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Final Viva (10 Marks): Live software demonstration and TQM oral defense.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Documentation (5 Marks): Commit hygiene &amp; manual.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